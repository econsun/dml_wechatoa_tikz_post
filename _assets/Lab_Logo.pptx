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1152048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9"/>
    <p:restoredTop sz="94658"/>
  </p:normalViewPr>
  <p:slideViewPr>
    <p:cSldViewPr snapToGrid="0">
      <p:cViewPr>
        <p:scale>
          <a:sx n="103" d="100"/>
          <a:sy n="103" d="100"/>
        </p:scale>
        <p:origin x="1616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471289"/>
            <a:ext cx="8640366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1512522"/>
            <a:ext cx="8640366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277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329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717932"/>
            <a:ext cx="9936421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1927150"/>
            <a:ext cx="9936421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026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766593"/>
            <a:ext cx="4896207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766593"/>
            <a:ext cx="4896207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71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153319"/>
            <a:ext cx="9936421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705933"/>
            <a:ext cx="487370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1051899"/>
            <a:ext cx="4873706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705933"/>
            <a:ext cx="489770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1051899"/>
            <a:ext cx="489770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826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471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399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191982"/>
            <a:ext cx="3715657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414627"/>
            <a:ext cx="5832247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863918"/>
            <a:ext cx="3715657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260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191982"/>
            <a:ext cx="3715657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414627"/>
            <a:ext cx="5832247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863918"/>
            <a:ext cx="3715657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14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008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153319"/>
            <a:ext cx="248410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153319"/>
            <a:ext cx="7308310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367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153319"/>
            <a:ext cx="9936421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766593"/>
            <a:ext cx="9936421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2669079"/>
            <a:ext cx="259211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046B8-1DE0-5D40-987F-6932E9481699}" type="datetimeFigureOut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2669079"/>
            <a:ext cx="388816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2669079"/>
            <a:ext cx="259211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63ABC-9BDA-9F49-B788-AA564713B9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183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2DD1A86-CDA7-0A0B-5901-5E5B26039723}"/>
              </a:ext>
            </a:extLst>
          </p:cNvPr>
          <p:cNvGrpSpPr/>
          <p:nvPr/>
        </p:nvGrpSpPr>
        <p:grpSpPr>
          <a:xfrm>
            <a:off x="360364" y="-24714"/>
            <a:ext cx="10799762" cy="2658494"/>
            <a:chOff x="1" y="504534"/>
            <a:chExt cx="10799762" cy="2658494"/>
          </a:xfrm>
        </p:grpSpPr>
        <p:sp>
          <p:nvSpPr>
            <p:cNvPr id="7" name="矩形 6" descr="黑色 3D 波纹图案">
              <a:extLst>
                <a:ext uri="{FF2B5EF4-FFF2-40B4-BE49-F238E27FC236}">
                  <a16:creationId xmlns:a16="http://schemas.microsoft.com/office/drawing/2014/main" id="{5D6D69C6-4C0A-7902-90B6-901FB83EC866}"/>
                </a:ext>
              </a:extLst>
            </p:cNvPr>
            <p:cNvSpPr/>
            <p:nvPr/>
          </p:nvSpPr>
          <p:spPr>
            <a:xfrm>
              <a:off x="66908" y="504534"/>
              <a:ext cx="10665947" cy="2075856"/>
            </a:xfrm>
            <a:prstGeom prst="rect">
              <a:avLst/>
            </a:prstGeom>
            <a:noFill/>
          </p:spPr>
          <p:txBody>
            <a:bodyPr wrap="square" lIns="74581" tIns="37290" rIns="74581" bIns="37290">
              <a:spAutoFit/>
            </a:bodyPr>
            <a:lstStyle/>
            <a:p>
              <a:pPr algn="ctr"/>
              <a:r>
                <a:rPr lang="en-US" altLang="zh-CN" sz="10000" b="1" dirty="0">
                  <a:ln w="0"/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DEEP</a:t>
              </a:r>
              <a:r>
                <a:rPr lang="en-US" altLang="zh-CN" sz="13000" b="1" dirty="0">
                  <a:ln w="0"/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</a:t>
              </a:r>
              <a:r>
                <a:rPr lang="en-US" altLang="zh-CN" sz="10000" b="1" dirty="0">
                  <a:ln w="0"/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ACRO</a:t>
              </a:r>
              <a:r>
                <a:rPr lang="en-US" altLang="zh-CN" sz="10000" dirty="0">
                  <a:ln w="0"/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altLang="zh-CN" sz="10000" b="1" dirty="0">
                  <a:ln w="0"/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LAB</a:t>
              </a:r>
              <a:endParaRPr lang="zh-CN" altLang="en-US" sz="10000" b="1" dirty="0">
                <a:ln w="0"/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B3CA6DA-0DAF-77CE-3851-4482FE8FB2FF}"/>
                </a:ext>
              </a:extLst>
            </p:cNvPr>
            <p:cNvSpPr txBox="1"/>
            <p:nvPr/>
          </p:nvSpPr>
          <p:spPr>
            <a:xfrm>
              <a:off x="1" y="2647502"/>
              <a:ext cx="10799762" cy="51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50" dirty="0">
                  <a:solidFill>
                    <a:schemeClr val="bg2">
                      <a:lumMod val="1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Decisions under Endogenous Economic Policies in Macroeconomics</a:t>
              </a:r>
              <a:endParaRPr lang="zh-CN" altLang="en-US" sz="275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6" name="直接连接符 8">
              <a:extLst>
                <a:ext uri="{FF2B5EF4-FFF2-40B4-BE49-F238E27FC236}">
                  <a16:creationId xmlns:a16="http://schemas.microsoft.com/office/drawing/2014/main" id="{D96C80E7-47A8-5F92-7E1D-F5C29D686BF2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" y="2492338"/>
              <a:ext cx="10665947" cy="0"/>
            </a:xfrm>
            <a:prstGeom prst="line">
              <a:avLst/>
            </a:prstGeom>
            <a:ln w="38100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511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9</Words>
  <Application>Microsoft Macintosh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Rongqing Sun</dc:creator>
  <cp:lastModifiedBy>Rongqing Sun</cp:lastModifiedBy>
  <cp:revision>2</cp:revision>
  <dcterms:created xsi:type="dcterms:W3CDTF">2026-05-20T03:52:20Z</dcterms:created>
  <dcterms:modified xsi:type="dcterms:W3CDTF">2026-09-06T01:46:07Z</dcterms:modified>
</cp:coreProperties>
</file>